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구조화 기억과 승격 정책의 효과 분리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D8E2EE"/>
                </a:solidFill>
                <a:latin typeface="Apple SD Gothic Neo"/>
              </a:rPr>
              <a:t>온디바이스 SLM 상인 NPC의 플레이어 주장 오염 감소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8BCD4"/>
                </a:solidFill>
                <a:latin typeface="Apple SD Gothic Neo"/>
              </a:rPr>
              <a:t>EXAONE-3.5-2.4B-Instruct-Q4_K_M · 로컬 추론 · 외부 API 미사용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문제: 플레이어가 거짓말을 하면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손님:  “아까 100골드를 주기로 했잖아요.”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이 문장은 사실이 아니라 플레이어의 주장이다.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원문 대화 로그나 Vector RAG 는 이 문장을 다른 대화와 똑같은 형식으로 저장한다.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다음 턴에서 실제 약속처럼 검색되어 사용된다.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66666"/>
                </a:solidFill>
                <a:latin typeface="Apple SD Gothic Neo"/>
              </a:rPr>
              <a:t>장기 상호작용에서 서사적 사실과 약속이 무너지는 현상은 이미 보고되어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무엇이 이미 연구되었나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이미 연구된 것 — 신규성으로 주장하지 않는다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    · 게임 엔진이 정규 상태를 소유하는 구조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    · 스키마 기반 상태 검증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    · 사건 로그와 생성 대사의 분리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    · 증거·신뢰 임계값을 이용한 지식 접근 제어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아직 측정되지 않은 것 — 본 연구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    · 플레이어 주장을 NPC 믿음으로 승격하는 정책이 오염을 줄이는가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    · 그 효과를 기억을 구조화한 효과와 분리할 수 있는가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제안: 기억을 권한별로 나눈다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4023360"/>
              </a:tblGrid>
              <a:tr h="548639"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원장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구조적 제약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World Truth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골드·재고·예약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게임 엔진만 쓰기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Committed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실제로 일어난 사건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append-only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Player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주장 (미검증)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위험도·증거 enum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NPC Belief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NPC 가 믿는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출처 주장으로 역추적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Generated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모델이 만든 문장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기억 승격 불가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66666"/>
                </a:solidFill>
                <a:latin typeface="Apple SD Gothic Neo"/>
              </a:rPr>
              <a:t>마지막 두 제약은 SQLite CHECK 제약으로 DB 레벨에서 강제했다.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승격 결정표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06240"/>
                <a:gridCol w="1645920"/>
                <a:gridCol w="310896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위험도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증거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신뢰도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결정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현재 상태와 명백히 모순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reject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주장과 반대되는 증거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dispute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고위험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증거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request_evidence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고위험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검증된 증거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accept_as_belief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저위험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상충 증거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≥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accept_as_belief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저위험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상충 증거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&lt;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defer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66666"/>
                </a:solidFill>
                <a:latin typeface="Apple SD Gothic Neo"/>
              </a:rPr>
              <a:t>고위험 = 거래·재고·예약·퀘스트·보상. 신뢰도는 0~3 정수.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핵심: 믿는 것과 주는 것은 다른 스위치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A1A1A"/>
                </a:solidFill>
                <a:latin typeface="Apple SD Gothic Neo"/>
              </a:rPr>
              <a:t>NPC 가 거짓을 믿는 것은 버그가 아니다. 서사다.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A1A1A"/>
                </a:solidFill>
                <a:latin typeface="Apple SD Gothic Neo"/>
              </a:rPr>
              <a:t>accept_as_belief  →  NPC Belief 레코드 1건 생성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A1A1A"/>
                </a:solidFill>
                <a:latin typeface="Apple SD Gothic Neo"/>
              </a:rPr>
              <a:t>                              재고·골드·예약은 그대로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A1A1A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A1A1A"/>
                </a:solidFill>
                <a:latin typeface="Apple SD Gothic Neo"/>
              </a:rPr>
              <a:t>실제 지급             →  게임 엔진의 사전조건 검증을 통과해야만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2F7A37"/>
                </a:solidFill>
                <a:latin typeface="Apple SD Gothic Neo"/>
              </a:rPr>
              <a:t>속을 권리는 주되, 속아서 재고를 내줄 권한은 주지 않는다.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실험 설계: 세 조건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206240"/>
                <a:gridCol w="2377440"/>
                <a:gridCol w="256032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기억 표현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결정 주체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역할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M0P0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원문 chunk Vector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SLM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기준선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M1P0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5종 원장 구조화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SLM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대조군 — 구조만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M1P1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5종 원장 구조화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승격 결정표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제안 구조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66666"/>
                </a:solidFill>
                <a:latin typeface="Apple SD Gothic Neo"/>
              </a:rPr>
              <a:t>나머지는 전부 동일: 모델·persona·입력·temperature·seed·호출 횟수·평가 코드.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M1P0 이 없으면 기여를 증명할 수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A1A1A"/>
                </a:solidFill>
                <a:latin typeface="Apple SD Gothic Neo"/>
              </a:rPr>
              <a:t>구조화 기억은 선행연구가 이미 한 일이다.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A1A1A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A1A1A"/>
                </a:solidFill>
                <a:latin typeface="Apple SD Gothic Neo"/>
              </a:rPr>
              <a:t>M1P1 과 M0P0 만 비교하면 받게 될 질문: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A1A1A"/>
                </a:solidFill>
                <a:latin typeface="Apple SD Gothic Neo"/>
              </a:rPr>
              <a:t>    “남들이 이미 만든 구조를 당신도 만들어서 좋아진 것 아닌가?”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A1A1A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A1A1A"/>
                </a:solidFill>
                <a:latin typeface="Apple SD Gothic Neo"/>
              </a:rPr>
              <a:t>M1P0 = 구조는 전부 깔고 승격 정책만 제거한 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F7A37"/>
                </a:solidFill>
                <a:latin typeface="Apple SD Gothic Neo"/>
              </a:rPr>
              <a:t>이 칸 하나가 “구조 덕분”과 “정책 덕분”을 가른다.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시나리오 6유형 × 3변형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852160"/>
                <a:gridCol w="347472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공격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정답 결정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S05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증거 없는 예약 주장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request_evidence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S06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장부와 반대인 주장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dispute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S07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저위험 소문 (거짓)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accept_as_belief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S08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생성 대사를 약속으로 되돌림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request_evidence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S11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고위험 + 검증된 증거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accept_as_belief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S12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같은 거짓 주장 4회 반복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request_evidence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66666"/>
                </a:solidFill>
                <a:latin typeface="Apple SD Gothic Neo"/>
              </a:rPr>
              <a:t>S11 은 “다 거절” 편법을 적발하고, S12 는 Vector RAG 고유 취약점을 겨냥한다.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결과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737360"/>
                <a:gridCol w="1737360"/>
                <a:gridCol w="1737360"/>
                <a:gridCol w="173736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CCR 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TCAR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Macro-F1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PCFBR ↑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M0P0 Vector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0.444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M1P0 구조화 기억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F7A37"/>
                          </a:solidFill>
                          <a:latin typeface="Apple SD Gothic Neo"/>
                        </a:rPr>
                        <a:t>M1P1 구조화 기억 + 승격 정책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F7A37"/>
                          </a:solidFill>
                          <a:latin typeface="Apple SD Gothic Neo"/>
                        </a:rPr>
                        <a:t>0.257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F7A37"/>
                          </a:solidFill>
                          <a:latin typeface="Apple SD Gothic Neo"/>
                        </a:rPr>
                        <a:t>0.639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F7A37"/>
                          </a:solidFill>
                          <a:latin typeface="Apple SD Gothic Neo"/>
                        </a:rPr>
                        <a:t>0.728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F7A37"/>
                          </a:solidFill>
                          <a:latin typeface="Apple SD Gothic Neo"/>
                        </a:rPr>
                        <a:t>0.306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66666"/>
                </a:solidFill>
                <a:latin typeface="Apple SD Gothic Neo"/>
              </a:rPr>
              <a:t>주 실험 162회 대화. 비율의 신뢰구간은 Wilson score interval.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결과표를 그대로 읽으면 안 되는 두 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A1A1A"/>
                </a:solidFill>
                <a:latin typeface="Apple SD Gothic Neo"/>
              </a:rPr>
              <a:t>① CCR 의 네 기준 중 '정책 없이 승격'은 M1P1 이 구조적으로 트리거할 수 없다.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A1A1A"/>
                </a:solidFill>
                <a:latin typeface="Apple SD Gothic Neo"/>
              </a:rPr>
              <a:t>    기준 ① 제외 CCR — M0P0 0.153 · M1P0 0.126 · M1P1 0.257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A1A1A"/>
                </a:solidFill>
                <a:latin typeface="Apple SD Gothic Neo"/>
              </a:rPr>
              <a:t>② 정답 라벨과 M1P1 정책은 같은 결정표를 쓴다.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A1A1A"/>
                </a:solidFill>
                <a:latin typeface="Apple SD Gothic Neo"/>
              </a:rPr>
              <a:t>    입력 이해가 맞힌 턴의 정답 일치 — M1P1 101/101 · M0P0 41/101 · M1P0 41/101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C0504D"/>
                </a:solidFill>
                <a:latin typeface="Apple SD Gothic Neo"/>
              </a:rPr>
              <a:t>→ Macro-F1 격차는 '정책이 더 잘 판단한다'가 아니라 '코드가 사양을 집행한다'로 읽는다.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공정 비교: 결정표를 모델에게 알려주면?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16128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828800"/>
                <a:gridCol w="2011680"/>
                <a:gridCol w="1828800"/>
                <a:gridCol w="1737360"/>
              </a:tblGrid>
              <a:tr h="548639"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결정표 고지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정답 일치율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Macro-F1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CCR ↓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M0P0 Vector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0.300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M0P0R Vector RAG + 결정표 고지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프롬프트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0.393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M1P0 구조화 기억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0.208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M1P0R 구조화 기억 + 결정표 고지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프롬프트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0.219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M1P1 구조화 기억 + 승격 정책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코드가 집행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0.257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66666"/>
                </a:solidFill>
                <a:latin typeface="Apple SD Gothic Neo"/>
              </a:rPr>
              <a:t>주 실험의 M0P0·M1P0 은 채점 기준인 결정표를 받지 못한다. R 조건은 결정표 전문과 정책 엔진과 동일한 입력을 받고 결정만 모델이 내린다.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오염은 어디서 일어났나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오염 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M0P0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M1P0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Apple SD Gothic Neo"/>
                        </a:rPr>
                        <a:t>M1P1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정책 없이 믿음으로 승격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대사에서 사실로 단정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47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거짓 주장 근거 거래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보호 상태 변경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ple SD Gothic Neo"/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66666"/>
                </a:solidFill>
                <a:latin typeface="Apple SD Gothic Neo"/>
              </a:rPr>
              <a:t>기준 ①은 M1P1 에서 설계상 0 이고, '거짓 주장 근거 거래'는 본 시나리오 집합에서 한 번도 가동되지 않았다. 조건 차이를 만드는 기준은 '대사에서 사실로 단정' 하나다. 보호 상태 변경 0건은 설계 보장이다.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한계: 정책은 결정을 통제하지만 대사는 통제하지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A1A1A"/>
                </a:solidFill>
                <a:latin typeface="Apple SD Gothic Neo"/>
              </a:rPr>
              <a:t>M1P1 에서 관측된 사례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A1A1A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A1A1A"/>
                </a:solidFill>
                <a:latin typeface="Apple SD Gothic Neo"/>
              </a:rPr>
              <a:t>    정책 결정:  request_evidence   (올바름)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A1A1A"/>
                </a:solidFill>
                <a:latin typeface="Apple SD Gothic Neo"/>
              </a:rPr>
              <a:t>    생성 대사:  “예약하신 두 병은 따로 준비해두었어요. 함께 드릴게요.”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시스템 프롬프트에 판단을 뒤집지 말라고 명시했으나 2.4B 모델이 지키지 못했다.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결정 계층과 표현 계층을 분리해 측정했기 때문에 드러난 결과다.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C0504D"/>
                </a:solidFill>
                <a:latin typeface="Apple SD Gothic Neo"/>
              </a:rPr>
              <a:t>→ 승인된 사실 집합과 대사를 대조하는 출력 검증 단계가 필요하다.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· 플레이어 주장 오염을 CCR 로 정식화하고, 과잉 거절을 막기 위해 TCAR 을 함께 보고했다.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· 승격 정책의 효과를 기억 구조의 효과와 분리해 측정했다.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· 결정표를 프롬프트로 고지한 공정 비교: 고지 최고 M1P0R 0.722 vs 코드 집행 M1P1 0.827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· 주 지표는 단일 실행값이며 본 구성은 전사 수준에서 완전 결정적이 아니다.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· 게임의 사실에 대한 불법 변경은 설계상 0건이며 성과로 제시하지 않는다.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향후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· 출력 검증 단계 추가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· 한국어 관계 말투의 상태 기반 제어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· 선택적 모델 호출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A1A1A"/>
                </a:solidFill>
                <a:latin typeface="Apple SD Gothic Neo"/>
              </a:rPr>
              <a:t>· 원어민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66666"/>
                </a:solidFill>
                <a:latin typeface="Apple SD Gothic Neo"/>
              </a:rPr>
              <a:t>입력 이해 단계의 주장 술어 분류 정확도 0.562 — 이 값이 정책 성능의 상한을 결정한다.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